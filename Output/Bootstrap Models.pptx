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78"/>
    <p:restoredTop sz="94752"/>
  </p:normalViewPr>
  <p:slideViewPr>
    <p:cSldViewPr snapToGrid="0">
      <p:cViewPr>
        <p:scale>
          <a:sx n="140" d="100"/>
          <a:sy n="140" d="100"/>
        </p:scale>
        <p:origin x="264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6AA9D-2F63-54A7-02CC-833F85703D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53A6A1-F12C-8B33-2BA8-5E1CF6371A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E7C48-B6F1-E75C-574D-096A42ACD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3A86-6D25-C84E-B808-F1DFE8A6C8B9}" type="datetimeFigureOut">
              <a:rPr lang="en-US" smtClean="0"/>
              <a:t>9/28/23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2473D-2DF1-8F17-F9E9-07BCBDBFB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F5386-75BD-7333-16F2-CD154D5F4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D512F-EE1B-3D4B-968A-7A1A5D762E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056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51561-1573-4F1E-C1E0-50D9A508B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2AA9D-7607-5AF1-C1CC-8E127BEEE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5C991-4066-AB3C-1B1F-D98E54A5A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3A86-6D25-C84E-B808-F1DFE8A6C8B9}" type="datetimeFigureOut">
              <a:rPr lang="en-US" smtClean="0"/>
              <a:t>9/28/23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7F7B6-DF78-6F14-4963-835A0A961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2342F-87C1-B45D-C3DD-76908E458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D512F-EE1B-3D4B-968A-7A1A5D762E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518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F0AF1-EA69-0E0B-9D31-EBA1D2F60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0FBFDA-19EB-D3E2-2629-7487D4954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B032F-9311-2501-C0F0-E65F8CBB0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3A86-6D25-C84E-B808-F1DFE8A6C8B9}" type="datetimeFigureOut">
              <a:rPr lang="en-US" smtClean="0"/>
              <a:t>9/28/23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37D21-EE9C-F687-0CE5-586DF1790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81CC4-388F-0FBD-19FB-5AD1AB71E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D512F-EE1B-3D4B-968A-7A1A5D762E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357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A1CB5-6257-287D-C527-42ABEE3D7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7ED25-67AD-99E0-7D9D-9206A0A379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F94716-6DAE-2709-375D-EA77100648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242751-AEF8-8AF7-0E5B-D1EC8F1A4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3A86-6D25-C84E-B808-F1DFE8A6C8B9}" type="datetimeFigureOut">
              <a:rPr lang="en-US" smtClean="0"/>
              <a:t>9/28/23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CFDBED-58C0-5694-48B7-6DC26A4DB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C0195A-FD7D-C876-D049-FE95E193D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D512F-EE1B-3D4B-968A-7A1A5D762E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DF7B2-ADBA-63FD-7F38-290E2E5D7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AB672B-2DE7-9084-4922-191472B7D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564F03-9B9C-3FF4-6E91-90D5BE5785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870B74-E8A9-AF6A-FE90-D8B53A6968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F64CA5-D3AC-ED4E-32F7-ADCAC0C458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3A4CAD-5E4B-BF6B-F1EB-6173755D6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3A86-6D25-C84E-B808-F1DFE8A6C8B9}" type="datetimeFigureOut">
              <a:rPr lang="en-US" smtClean="0"/>
              <a:t>9/28/23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E23B15-4365-E8D1-97F7-1D0A99267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71C365-96D2-A560-7506-8EAA8D325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D512F-EE1B-3D4B-968A-7A1A5D762E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905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72227-EBA1-5B69-50FF-975C1F336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EB4CBB-0404-0BDD-AE70-255527374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3A86-6D25-C84E-B808-F1DFE8A6C8B9}" type="datetimeFigureOut">
              <a:rPr lang="en-US" smtClean="0"/>
              <a:t>9/28/23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B9AC85-F38C-E1EE-361F-99C81C3F7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75E515-3B30-DB04-F4AF-53208B68E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D512F-EE1B-3D4B-968A-7A1A5D762E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239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9F8772-4877-5D8D-95CA-32B3FA629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3A86-6D25-C84E-B808-F1DFE8A6C8B9}" type="datetimeFigureOut">
              <a:rPr lang="en-US" smtClean="0"/>
              <a:t>9/28/23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DB4CD1-0071-356E-D445-9AD4CA1F4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C8D852-5B38-22AE-6E11-314F17764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D512F-EE1B-3D4B-968A-7A1A5D762E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987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B9EA6-9471-645A-EC2A-FC2640607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5DFB0-640F-CAE4-E3D4-0CC55FE65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40FBB-8F00-28DE-2048-6BAD3CDF3B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939F4F-54BE-F845-5CC0-2DB547CE5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3A86-6D25-C84E-B808-F1DFE8A6C8B9}" type="datetimeFigureOut">
              <a:rPr lang="en-US" smtClean="0"/>
              <a:t>9/28/23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1876A-11D2-6CB1-9B02-B5B42A889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187B9-ED93-FEF2-4D13-8CB2CB496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D512F-EE1B-3D4B-968A-7A1A5D762E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330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C5193-4DC9-EFF0-ECA4-60CAC3297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B28BC0-33AC-D7A8-3D52-76D6A955AA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EF2360-9C64-7404-5684-91105AACCE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ECE17B-24C3-CA3A-4178-2251AF04D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3A86-6D25-C84E-B808-F1DFE8A6C8B9}" type="datetimeFigureOut">
              <a:rPr lang="en-US" smtClean="0"/>
              <a:t>9/28/23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A68F13-160B-0509-F20C-5DC964972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84884C-79F6-F391-DC24-8AEDB45C2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D512F-EE1B-3D4B-968A-7A1A5D762E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395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9D5B9-10F2-30FD-7B77-ABE9260D4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A3F94E-9261-E70B-D4B8-B6E5C1A350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9BF0D-5FC9-1BCE-CBFA-89BBC1A10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3A86-6D25-C84E-B808-F1DFE8A6C8B9}" type="datetimeFigureOut">
              <a:rPr lang="en-US" smtClean="0"/>
              <a:t>9/28/23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AAB8D-F2ED-4D55-84E3-498C34410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8E934-9B48-DC0A-082A-952BB19C4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D512F-EE1B-3D4B-968A-7A1A5D762E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424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B559B2-4463-D0FA-B02E-6D50EA0118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7E6FC6-9A8A-186A-6F32-285CF1D81E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BCC96-A016-CAE6-53F3-45EAE75CA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3A86-6D25-C84E-B808-F1DFE8A6C8B9}" type="datetimeFigureOut">
              <a:rPr lang="en-US" smtClean="0"/>
              <a:t>9/28/23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32146-AAEB-E858-BFB5-9E0E20475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8BFE7-81BC-4019-E8B4-14B988722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D512F-EE1B-3D4B-968A-7A1A5D762E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287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D7E4DF-BCB2-4D59-1041-8C2D63542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B1E100-93BF-1015-07F5-9E090EF9E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8F90E-86B6-9DE4-8FC3-AB67E073F9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53A86-6D25-C84E-B808-F1DFE8A6C8B9}" type="datetimeFigureOut">
              <a:rPr lang="en-US" smtClean="0"/>
              <a:t>9/28/23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F3AD0-3D98-140A-DA77-039E3ED8CF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91B94-ADF9-567F-FE54-DA13C8E8C8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D512F-EE1B-3D4B-968A-7A1A5D762E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976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3A0E23B-C1F2-D4F4-D0B1-A45BAFC56980}"/>
              </a:ext>
            </a:extLst>
          </p:cNvPr>
          <p:cNvSpPr/>
          <p:nvPr/>
        </p:nvSpPr>
        <p:spPr>
          <a:xfrm>
            <a:off x="2438400" y="858370"/>
            <a:ext cx="7315200" cy="914400"/>
          </a:xfrm>
          <a:prstGeom prst="round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A50030A-341D-6F4C-8627-021BE79BEB20}"/>
              </a:ext>
            </a:extLst>
          </p:cNvPr>
          <p:cNvSpPr>
            <a:spLocks noChangeAspect="1"/>
          </p:cNvSpPr>
          <p:nvPr/>
        </p:nvSpPr>
        <p:spPr>
          <a:xfrm>
            <a:off x="6187440" y="1132690"/>
            <a:ext cx="365760" cy="3657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88EAE1D-F2A1-1A1A-7163-D4D240941912}"/>
              </a:ext>
            </a:extLst>
          </p:cNvPr>
          <p:cNvSpPr>
            <a:spLocks noChangeAspect="1"/>
          </p:cNvSpPr>
          <p:nvPr/>
        </p:nvSpPr>
        <p:spPr>
          <a:xfrm>
            <a:off x="5638800" y="1132690"/>
            <a:ext cx="365760" cy="36576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61D73C8-68F4-F9A5-E614-1EA6F392F9A5}"/>
              </a:ext>
            </a:extLst>
          </p:cNvPr>
          <p:cNvSpPr>
            <a:spLocks noChangeAspect="1"/>
          </p:cNvSpPr>
          <p:nvPr/>
        </p:nvSpPr>
        <p:spPr>
          <a:xfrm>
            <a:off x="3438344" y="1132690"/>
            <a:ext cx="365760" cy="36576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F681082-33DB-391D-4FD0-B9BD9C25B118}"/>
              </a:ext>
            </a:extLst>
          </p:cNvPr>
          <p:cNvSpPr>
            <a:spLocks noChangeAspect="1"/>
          </p:cNvSpPr>
          <p:nvPr/>
        </p:nvSpPr>
        <p:spPr>
          <a:xfrm>
            <a:off x="8387896" y="1132690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849D61A-0270-2DA6-5BAE-78FDEF1970F5}"/>
              </a:ext>
            </a:extLst>
          </p:cNvPr>
          <p:cNvSpPr>
            <a:spLocks noChangeAspect="1"/>
          </p:cNvSpPr>
          <p:nvPr/>
        </p:nvSpPr>
        <p:spPr>
          <a:xfrm>
            <a:off x="7287668" y="1132690"/>
            <a:ext cx="365760" cy="3657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E738253-8B3C-BB2A-E97D-DAD5E55C2F06}"/>
              </a:ext>
            </a:extLst>
          </p:cNvPr>
          <p:cNvSpPr>
            <a:spLocks noChangeAspect="1"/>
          </p:cNvSpPr>
          <p:nvPr/>
        </p:nvSpPr>
        <p:spPr>
          <a:xfrm>
            <a:off x="7837782" y="1132690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B792EFF-4C9E-ACCA-A8CB-3A1E88F8C99D}"/>
              </a:ext>
            </a:extLst>
          </p:cNvPr>
          <p:cNvSpPr>
            <a:spLocks noChangeAspect="1"/>
          </p:cNvSpPr>
          <p:nvPr/>
        </p:nvSpPr>
        <p:spPr>
          <a:xfrm>
            <a:off x="5088686" y="1132690"/>
            <a:ext cx="365760" cy="36576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B808CA0-05DE-7EB5-73A0-E3958BCE89F5}"/>
              </a:ext>
            </a:extLst>
          </p:cNvPr>
          <p:cNvSpPr>
            <a:spLocks noChangeAspect="1"/>
          </p:cNvSpPr>
          <p:nvPr/>
        </p:nvSpPr>
        <p:spPr>
          <a:xfrm>
            <a:off x="6737554" y="1132690"/>
            <a:ext cx="365760" cy="3657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2176CFE-22E5-77A0-4FE4-FEF0E5395920}"/>
              </a:ext>
            </a:extLst>
          </p:cNvPr>
          <p:cNvSpPr>
            <a:spLocks noChangeAspect="1"/>
          </p:cNvSpPr>
          <p:nvPr/>
        </p:nvSpPr>
        <p:spPr>
          <a:xfrm>
            <a:off x="4538572" y="1132690"/>
            <a:ext cx="365760" cy="36576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39A7904-8781-5C4F-0930-49646BD2E9A6}"/>
              </a:ext>
            </a:extLst>
          </p:cNvPr>
          <p:cNvSpPr>
            <a:spLocks noChangeAspect="1"/>
          </p:cNvSpPr>
          <p:nvPr/>
        </p:nvSpPr>
        <p:spPr>
          <a:xfrm>
            <a:off x="3988458" y="1144816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ED29248-007B-92E4-665F-98A134A2EB75}"/>
              </a:ext>
            </a:extLst>
          </p:cNvPr>
          <p:cNvSpPr>
            <a:spLocks noChangeAspect="1"/>
          </p:cNvSpPr>
          <p:nvPr/>
        </p:nvSpPr>
        <p:spPr>
          <a:xfrm>
            <a:off x="8938010" y="1132690"/>
            <a:ext cx="365760" cy="36576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5CD299-0B7F-489D-96B5-883AC5A488A5}"/>
              </a:ext>
            </a:extLst>
          </p:cNvPr>
          <p:cNvSpPr txBox="1"/>
          <p:nvPr/>
        </p:nvSpPr>
        <p:spPr>
          <a:xfrm>
            <a:off x="5162891" y="396705"/>
            <a:ext cx="18662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Data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6FC3BA7-BDC1-9F6C-E583-DACD1A30E0FC}"/>
              </a:ext>
            </a:extLst>
          </p:cNvPr>
          <p:cNvSpPr/>
          <p:nvPr/>
        </p:nvSpPr>
        <p:spPr>
          <a:xfrm>
            <a:off x="1286558" y="2880766"/>
            <a:ext cx="2743200" cy="1097280"/>
          </a:xfrm>
          <a:prstGeom prst="round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505201E-9500-B8E5-2EB8-5650699F3672}"/>
              </a:ext>
            </a:extLst>
          </p:cNvPr>
          <p:cNvSpPr/>
          <p:nvPr/>
        </p:nvSpPr>
        <p:spPr>
          <a:xfrm>
            <a:off x="4360114" y="2883932"/>
            <a:ext cx="2743200" cy="1097280"/>
          </a:xfrm>
          <a:prstGeom prst="round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9656489-B836-DB16-6623-6A32892AE6C7}"/>
              </a:ext>
            </a:extLst>
          </p:cNvPr>
          <p:cNvSpPr>
            <a:spLocks noChangeAspect="1"/>
          </p:cNvSpPr>
          <p:nvPr/>
        </p:nvSpPr>
        <p:spPr>
          <a:xfrm>
            <a:off x="2884300" y="1132690"/>
            <a:ext cx="365760" cy="3657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3BA9259-5231-9CB3-7410-E114C5C0009E}"/>
              </a:ext>
            </a:extLst>
          </p:cNvPr>
          <p:cNvSpPr/>
          <p:nvPr/>
        </p:nvSpPr>
        <p:spPr>
          <a:xfrm>
            <a:off x="8150448" y="2880766"/>
            <a:ext cx="2743200" cy="1096469"/>
          </a:xfrm>
          <a:prstGeom prst="round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C5B6133-5BF5-6B2C-0221-6BC20ACDEDD0}"/>
              </a:ext>
            </a:extLst>
          </p:cNvPr>
          <p:cNvCxnSpPr>
            <a:cxnSpLocks noChangeAspect="1"/>
          </p:cNvCxnSpPr>
          <p:nvPr/>
        </p:nvCxnSpPr>
        <p:spPr>
          <a:xfrm>
            <a:off x="2658158" y="1828800"/>
            <a:ext cx="0" cy="685800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7E9195F-717E-7302-69DB-8F8503E0D8BC}"/>
              </a:ext>
            </a:extLst>
          </p:cNvPr>
          <p:cNvSpPr txBox="1"/>
          <p:nvPr/>
        </p:nvSpPr>
        <p:spPr>
          <a:xfrm>
            <a:off x="1674555" y="2511434"/>
            <a:ext cx="196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 sample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82FBFA-FB90-2E9D-447E-9762BD17FF84}"/>
              </a:ext>
            </a:extLst>
          </p:cNvPr>
          <p:cNvSpPr txBox="1"/>
          <p:nvPr/>
        </p:nvSpPr>
        <p:spPr>
          <a:xfrm>
            <a:off x="4748111" y="2513892"/>
            <a:ext cx="196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 sample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A0548DB-01D7-4EC2-65D0-B844158AFC7B}"/>
              </a:ext>
            </a:extLst>
          </p:cNvPr>
          <p:cNvSpPr txBox="1"/>
          <p:nvPr/>
        </p:nvSpPr>
        <p:spPr>
          <a:xfrm>
            <a:off x="8538446" y="2511434"/>
            <a:ext cx="196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 sample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84B60FA-A3E8-3436-FF3A-4F66EF7E7935}"/>
              </a:ext>
            </a:extLst>
          </p:cNvPr>
          <p:cNvCxnSpPr>
            <a:cxnSpLocks noChangeAspect="1"/>
          </p:cNvCxnSpPr>
          <p:nvPr/>
        </p:nvCxnSpPr>
        <p:spPr>
          <a:xfrm>
            <a:off x="5731713" y="1828800"/>
            <a:ext cx="0" cy="685800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1CD269E-ED13-B52B-1633-EBD8393F6EB1}"/>
              </a:ext>
            </a:extLst>
          </p:cNvPr>
          <p:cNvCxnSpPr>
            <a:cxnSpLocks noChangeAspect="1"/>
          </p:cNvCxnSpPr>
          <p:nvPr/>
        </p:nvCxnSpPr>
        <p:spPr>
          <a:xfrm>
            <a:off x="9522049" y="1828800"/>
            <a:ext cx="0" cy="685800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E9E506F-99A6-FFAD-93FE-5288E2EE48BD}"/>
              </a:ext>
            </a:extLst>
          </p:cNvPr>
          <p:cNvGrpSpPr/>
          <p:nvPr/>
        </p:nvGrpSpPr>
        <p:grpSpPr>
          <a:xfrm>
            <a:off x="1484678" y="3058749"/>
            <a:ext cx="2346957" cy="741313"/>
            <a:chOff x="1482011" y="3055727"/>
            <a:chExt cx="2346957" cy="741313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DE14884-F21F-4C90-0AE1-C4A49B7C185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97922" y="3058749"/>
              <a:ext cx="274320" cy="27432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18DC33F4-87EB-8AE2-779E-C064573748B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13833" y="3055727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47485E4-C72B-3F15-2176-FCEC8219579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2011" y="3058749"/>
              <a:ext cx="274320" cy="27432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C3A33EB-2B8A-F499-7C24-C9EF44CD67A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97922" y="3514713"/>
              <a:ext cx="274320" cy="27432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E72852F-7869-A5AB-D7BB-7F324369FF2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13833" y="3506218"/>
              <a:ext cx="274320" cy="2743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1B1E8D0-AE67-E16F-E8D6-10694F1B5D6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2011" y="3506218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DD64BA73-2791-47CD-D651-84CF7C9001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42196" y="3060937"/>
              <a:ext cx="274320" cy="27432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3619F1CB-3F45-E739-4373-B853B127FD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54648" y="3062376"/>
              <a:ext cx="274320" cy="2743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2C96E49A-3BC9-4C3C-DD2C-8A79AD4847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29744" y="3062376"/>
              <a:ext cx="274320" cy="27432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CBBB08F-9033-F0BF-8270-E041481670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42196" y="3522720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A53C7FBD-AD96-1C7C-EC6C-64C19BDA24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54648" y="3514713"/>
              <a:ext cx="274320" cy="2743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1AC6B553-D85E-7CF2-A983-F5F10E9C72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29744" y="3514713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5" name="Oval 54">
            <a:extLst>
              <a:ext uri="{FF2B5EF4-FFF2-40B4-BE49-F238E27FC236}">
                <a16:creationId xmlns:a16="http://schemas.microsoft.com/office/drawing/2014/main" id="{36C4BE65-3FCF-3A20-90E2-F0E49AFD4E41}"/>
              </a:ext>
            </a:extLst>
          </p:cNvPr>
          <p:cNvSpPr>
            <a:spLocks noChangeAspect="1"/>
          </p:cNvSpPr>
          <p:nvPr/>
        </p:nvSpPr>
        <p:spPr>
          <a:xfrm>
            <a:off x="4974145" y="3061771"/>
            <a:ext cx="274320" cy="2743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1E82E1F7-7B2B-C876-775B-1B87FE36F73D}"/>
              </a:ext>
            </a:extLst>
          </p:cNvPr>
          <p:cNvSpPr>
            <a:spLocks noChangeAspect="1"/>
          </p:cNvSpPr>
          <p:nvPr/>
        </p:nvSpPr>
        <p:spPr>
          <a:xfrm>
            <a:off x="5390056" y="3058749"/>
            <a:ext cx="274320" cy="2743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02B240BC-7260-BA48-707F-1078C18E982C}"/>
              </a:ext>
            </a:extLst>
          </p:cNvPr>
          <p:cNvSpPr>
            <a:spLocks noChangeAspect="1"/>
          </p:cNvSpPr>
          <p:nvPr/>
        </p:nvSpPr>
        <p:spPr>
          <a:xfrm>
            <a:off x="4558234" y="3061771"/>
            <a:ext cx="274320" cy="2743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0156798B-09A1-263B-C2D7-550658D3991B}"/>
              </a:ext>
            </a:extLst>
          </p:cNvPr>
          <p:cNvSpPr>
            <a:spLocks noChangeAspect="1"/>
          </p:cNvSpPr>
          <p:nvPr/>
        </p:nvSpPr>
        <p:spPr>
          <a:xfrm>
            <a:off x="4974145" y="3517735"/>
            <a:ext cx="274320" cy="27432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A524AAA3-DF68-68D0-280E-09FB07AF9D49}"/>
              </a:ext>
            </a:extLst>
          </p:cNvPr>
          <p:cNvSpPr>
            <a:spLocks noChangeAspect="1"/>
          </p:cNvSpPr>
          <p:nvPr/>
        </p:nvSpPr>
        <p:spPr>
          <a:xfrm>
            <a:off x="5390056" y="3509240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5A528A8F-5EE8-5CBD-BE18-9548D8454C96}"/>
              </a:ext>
            </a:extLst>
          </p:cNvPr>
          <p:cNvSpPr>
            <a:spLocks noChangeAspect="1"/>
          </p:cNvSpPr>
          <p:nvPr/>
        </p:nvSpPr>
        <p:spPr>
          <a:xfrm>
            <a:off x="4558234" y="3509240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A72828E4-1306-B2B4-6CD5-38C1307251AE}"/>
              </a:ext>
            </a:extLst>
          </p:cNvPr>
          <p:cNvSpPr>
            <a:spLocks noChangeAspect="1"/>
          </p:cNvSpPr>
          <p:nvPr/>
        </p:nvSpPr>
        <p:spPr>
          <a:xfrm>
            <a:off x="6218419" y="3063959"/>
            <a:ext cx="274320" cy="27432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2ECBA39A-F37F-B00D-F563-4D6C30332506}"/>
              </a:ext>
            </a:extLst>
          </p:cNvPr>
          <p:cNvSpPr>
            <a:spLocks noChangeAspect="1"/>
          </p:cNvSpPr>
          <p:nvPr/>
        </p:nvSpPr>
        <p:spPr>
          <a:xfrm>
            <a:off x="6630871" y="3065398"/>
            <a:ext cx="274320" cy="27432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0136D5D3-276A-2DF6-8185-525C9D28FE02}"/>
              </a:ext>
            </a:extLst>
          </p:cNvPr>
          <p:cNvSpPr>
            <a:spLocks noChangeAspect="1"/>
          </p:cNvSpPr>
          <p:nvPr/>
        </p:nvSpPr>
        <p:spPr>
          <a:xfrm>
            <a:off x="5805967" y="3065398"/>
            <a:ext cx="274320" cy="27432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C3989150-A245-8B2A-9D64-554A65EA01DC}"/>
              </a:ext>
            </a:extLst>
          </p:cNvPr>
          <p:cNvSpPr>
            <a:spLocks noChangeAspect="1"/>
          </p:cNvSpPr>
          <p:nvPr/>
        </p:nvSpPr>
        <p:spPr>
          <a:xfrm>
            <a:off x="6218419" y="3525742"/>
            <a:ext cx="274320" cy="27432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4F455E08-81F4-142C-8C5D-8257AFF7E534}"/>
              </a:ext>
            </a:extLst>
          </p:cNvPr>
          <p:cNvSpPr>
            <a:spLocks noChangeAspect="1"/>
          </p:cNvSpPr>
          <p:nvPr/>
        </p:nvSpPr>
        <p:spPr>
          <a:xfrm>
            <a:off x="6630871" y="3517735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8A692F3C-9C96-1A95-CB00-8EF8F42F9A2A}"/>
              </a:ext>
            </a:extLst>
          </p:cNvPr>
          <p:cNvSpPr>
            <a:spLocks noChangeAspect="1"/>
          </p:cNvSpPr>
          <p:nvPr/>
        </p:nvSpPr>
        <p:spPr>
          <a:xfrm>
            <a:off x="5805967" y="3517735"/>
            <a:ext cx="274320" cy="27432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0564FAEC-3768-5748-0BB2-A604339BEEF5}"/>
              </a:ext>
            </a:extLst>
          </p:cNvPr>
          <p:cNvSpPr>
            <a:spLocks noChangeAspect="1"/>
          </p:cNvSpPr>
          <p:nvPr/>
        </p:nvSpPr>
        <p:spPr>
          <a:xfrm>
            <a:off x="8764480" y="3061771"/>
            <a:ext cx="274320" cy="27432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5C8E11DA-B170-ECD4-A740-8CCB9E7A73D0}"/>
              </a:ext>
            </a:extLst>
          </p:cNvPr>
          <p:cNvSpPr>
            <a:spLocks noChangeAspect="1"/>
          </p:cNvSpPr>
          <p:nvPr/>
        </p:nvSpPr>
        <p:spPr>
          <a:xfrm>
            <a:off x="9180391" y="3058749"/>
            <a:ext cx="274320" cy="2743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596E9A9C-DD0C-880C-A10C-6048E7F9FEBF}"/>
              </a:ext>
            </a:extLst>
          </p:cNvPr>
          <p:cNvSpPr>
            <a:spLocks noChangeAspect="1"/>
          </p:cNvSpPr>
          <p:nvPr/>
        </p:nvSpPr>
        <p:spPr>
          <a:xfrm>
            <a:off x="8348569" y="3061771"/>
            <a:ext cx="274320" cy="2743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1C4C49FE-C53C-843D-98C5-3353D9AC31CD}"/>
              </a:ext>
            </a:extLst>
          </p:cNvPr>
          <p:cNvSpPr>
            <a:spLocks noChangeAspect="1"/>
          </p:cNvSpPr>
          <p:nvPr/>
        </p:nvSpPr>
        <p:spPr>
          <a:xfrm>
            <a:off x="8764480" y="3517735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6D933E6B-C33B-91A7-9EEB-301E55B9DDE7}"/>
              </a:ext>
            </a:extLst>
          </p:cNvPr>
          <p:cNvSpPr>
            <a:spLocks noChangeAspect="1"/>
          </p:cNvSpPr>
          <p:nvPr/>
        </p:nvSpPr>
        <p:spPr>
          <a:xfrm>
            <a:off x="9180391" y="3509240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01A82240-1903-8F14-B3E1-58CAF1BC05B7}"/>
              </a:ext>
            </a:extLst>
          </p:cNvPr>
          <p:cNvSpPr>
            <a:spLocks noChangeAspect="1"/>
          </p:cNvSpPr>
          <p:nvPr/>
        </p:nvSpPr>
        <p:spPr>
          <a:xfrm>
            <a:off x="8348569" y="3509240"/>
            <a:ext cx="274320" cy="27432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CF69A072-1EB1-5791-50F9-A3D35382D075}"/>
              </a:ext>
            </a:extLst>
          </p:cNvPr>
          <p:cNvSpPr>
            <a:spLocks noChangeAspect="1"/>
          </p:cNvSpPr>
          <p:nvPr/>
        </p:nvSpPr>
        <p:spPr>
          <a:xfrm>
            <a:off x="10008754" y="3063959"/>
            <a:ext cx="274320" cy="27432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0AB4B8A6-D181-2CF2-BEE7-CE10289E4327}"/>
              </a:ext>
            </a:extLst>
          </p:cNvPr>
          <p:cNvSpPr>
            <a:spLocks noChangeAspect="1"/>
          </p:cNvSpPr>
          <p:nvPr/>
        </p:nvSpPr>
        <p:spPr>
          <a:xfrm>
            <a:off x="10421206" y="3065398"/>
            <a:ext cx="274320" cy="27432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C27A63CB-C715-91DA-B364-06D9CA647715}"/>
              </a:ext>
            </a:extLst>
          </p:cNvPr>
          <p:cNvSpPr>
            <a:spLocks noChangeAspect="1"/>
          </p:cNvSpPr>
          <p:nvPr/>
        </p:nvSpPr>
        <p:spPr>
          <a:xfrm>
            <a:off x="9596302" y="3065398"/>
            <a:ext cx="274320" cy="27432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0EC9E0EC-EA45-2A41-7971-0D1291E6EC2F}"/>
              </a:ext>
            </a:extLst>
          </p:cNvPr>
          <p:cNvSpPr>
            <a:spLocks noChangeAspect="1"/>
          </p:cNvSpPr>
          <p:nvPr/>
        </p:nvSpPr>
        <p:spPr>
          <a:xfrm>
            <a:off x="10008754" y="3525742"/>
            <a:ext cx="274320" cy="2743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FA6E65C3-3C79-0CBE-A9B1-3E447C54E70A}"/>
              </a:ext>
            </a:extLst>
          </p:cNvPr>
          <p:cNvSpPr>
            <a:spLocks noChangeAspect="1"/>
          </p:cNvSpPr>
          <p:nvPr/>
        </p:nvSpPr>
        <p:spPr>
          <a:xfrm>
            <a:off x="10421206" y="3517735"/>
            <a:ext cx="274320" cy="27432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A6C0B0A1-3342-7F35-740D-BCA32FED270B}"/>
              </a:ext>
            </a:extLst>
          </p:cNvPr>
          <p:cNvSpPr>
            <a:spLocks noChangeAspect="1"/>
          </p:cNvSpPr>
          <p:nvPr/>
        </p:nvSpPr>
        <p:spPr>
          <a:xfrm>
            <a:off x="9596302" y="3517735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8DB70F5-1C63-1B4F-1D14-F18E6AFD00CB}"/>
              </a:ext>
            </a:extLst>
          </p:cNvPr>
          <p:cNvSpPr txBox="1"/>
          <p:nvPr/>
        </p:nvSpPr>
        <p:spPr>
          <a:xfrm>
            <a:off x="7378438" y="3110759"/>
            <a:ext cx="492443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328501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E844024F-7AE6-C838-AB88-8BBE9C1CC0DE}"/>
              </a:ext>
            </a:extLst>
          </p:cNvPr>
          <p:cNvSpPr txBox="1"/>
          <p:nvPr/>
        </p:nvSpPr>
        <p:spPr>
          <a:xfrm>
            <a:off x="1752716" y="2544192"/>
            <a:ext cx="1810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Cluster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3A0E23B-C1F2-D4F4-D0B1-A45BAFC56980}"/>
              </a:ext>
            </a:extLst>
          </p:cNvPr>
          <p:cNvSpPr/>
          <p:nvPr/>
        </p:nvSpPr>
        <p:spPr>
          <a:xfrm>
            <a:off x="2438400" y="858370"/>
            <a:ext cx="7315200" cy="914400"/>
          </a:xfrm>
          <a:prstGeom prst="round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A50030A-341D-6F4C-8627-021BE79BEB20}"/>
              </a:ext>
            </a:extLst>
          </p:cNvPr>
          <p:cNvSpPr>
            <a:spLocks noChangeAspect="1"/>
          </p:cNvSpPr>
          <p:nvPr/>
        </p:nvSpPr>
        <p:spPr>
          <a:xfrm>
            <a:off x="6187440" y="1132690"/>
            <a:ext cx="365760" cy="3657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88EAE1D-F2A1-1A1A-7163-D4D240941912}"/>
              </a:ext>
            </a:extLst>
          </p:cNvPr>
          <p:cNvSpPr>
            <a:spLocks noChangeAspect="1"/>
          </p:cNvSpPr>
          <p:nvPr/>
        </p:nvSpPr>
        <p:spPr>
          <a:xfrm>
            <a:off x="5638800" y="1132690"/>
            <a:ext cx="365760" cy="36576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61D73C8-68F4-F9A5-E614-1EA6F392F9A5}"/>
              </a:ext>
            </a:extLst>
          </p:cNvPr>
          <p:cNvSpPr>
            <a:spLocks noChangeAspect="1"/>
          </p:cNvSpPr>
          <p:nvPr/>
        </p:nvSpPr>
        <p:spPr>
          <a:xfrm>
            <a:off x="3438344" y="1132690"/>
            <a:ext cx="365760" cy="36576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F681082-33DB-391D-4FD0-B9BD9C25B118}"/>
              </a:ext>
            </a:extLst>
          </p:cNvPr>
          <p:cNvSpPr>
            <a:spLocks noChangeAspect="1"/>
          </p:cNvSpPr>
          <p:nvPr/>
        </p:nvSpPr>
        <p:spPr>
          <a:xfrm>
            <a:off x="8387896" y="1132690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849D61A-0270-2DA6-5BAE-78FDEF1970F5}"/>
              </a:ext>
            </a:extLst>
          </p:cNvPr>
          <p:cNvSpPr>
            <a:spLocks noChangeAspect="1"/>
          </p:cNvSpPr>
          <p:nvPr/>
        </p:nvSpPr>
        <p:spPr>
          <a:xfrm>
            <a:off x="7287668" y="1132690"/>
            <a:ext cx="365760" cy="3657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E738253-8B3C-BB2A-E97D-DAD5E55C2F06}"/>
              </a:ext>
            </a:extLst>
          </p:cNvPr>
          <p:cNvSpPr>
            <a:spLocks noChangeAspect="1"/>
          </p:cNvSpPr>
          <p:nvPr/>
        </p:nvSpPr>
        <p:spPr>
          <a:xfrm>
            <a:off x="7837782" y="1132690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B792EFF-4C9E-ACCA-A8CB-3A1E88F8C99D}"/>
              </a:ext>
            </a:extLst>
          </p:cNvPr>
          <p:cNvSpPr>
            <a:spLocks noChangeAspect="1"/>
          </p:cNvSpPr>
          <p:nvPr/>
        </p:nvSpPr>
        <p:spPr>
          <a:xfrm>
            <a:off x="5088686" y="1132690"/>
            <a:ext cx="365760" cy="36576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B808CA0-05DE-7EB5-73A0-E3958BCE89F5}"/>
              </a:ext>
            </a:extLst>
          </p:cNvPr>
          <p:cNvSpPr>
            <a:spLocks noChangeAspect="1"/>
          </p:cNvSpPr>
          <p:nvPr/>
        </p:nvSpPr>
        <p:spPr>
          <a:xfrm>
            <a:off x="6737554" y="1132690"/>
            <a:ext cx="365760" cy="3657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2176CFE-22E5-77A0-4FE4-FEF0E5395920}"/>
              </a:ext>
            </a:extLst>
          </p:cNvPr>
          <p:cNvSpPr>
            <a:spLocks noChangeAspect="1"/>
          </p:cNvSpPr>
          <p:nvPr/>
        </p:nvSpPr>
        <p:spPr>
          <a:xfrm>
            <a:off x="4538572" y="1132690"/>
            <a:ext cx="365760" cy="36576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39A7904-8781-5C4F-0930-49646BD2E9A6}"/>
              </a:ext>
            </a:extLst>
          </p:cNvPr>
          <p:cNvSpPr>
            <a:spLocks noChangeAspect="1"/>
          </p:cNvSpPr>
          <p:nvPr/>
        </p:nvSpPr>
        <p:spPr>
          <a:xfrm>
            <a:off x="3988458" y="1144816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ED29248-007B-92E4-665F-98A134A2EB75}"/>
              </a:ext>
            </a:extLst>
          </p:cNvPr>
          <p:cNvSpPr>
            <a:spLocks noChangeAspect="1"/>
          </p:cNvSpPr>
          <p:nvPr/>
        </p:nvSpPr>
        <p:spPr>
          <a:xfrm>
            <a:off x="8938010" y="1132690"/>
            <a:ext cx="365760" cy="36576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5CD299-0B7F-489D-96B5-883AC5A488A5}"/>
              </a:ext>
            </a:extLst>
          </p:cNvPr>
          <p:cNvSpPr txBox="1"/>
          <p:nvPr/>
        </p:nvSpPr>
        <p:spPr>
          <a:xfrm>
            <a:off x="5162891" y="396705"/>
            <a:ext cx="18662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Data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6FC3BA7-BDC1-9F6C-E583-DACD1A30E0FC}"/>
              </a:ext>
            </a:extLst>
          </p:cNvPr>
          <p:cNvSpPr/>
          <p:nvPr/>
        </p:nvSpPr>
        <p:spPr>
          <a:xfrm>
            <a:off x="1286558" y="3983703"/>
            <a:ext cx="2743200" cy="1097280"/>
          </a:xfrm>
          <a:prstGeom prst="round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505201E-9500-B8E5-2EB8-5650699F3672}"/>
              </a:ext>
            </a:extLst>
          </p:cNvPr>
          <p:cNvSpPr/>
          <p:nvPr/>
        </p:nvSpPr>
        <p:spPr>
          <a:xfrm>
            <a:off x="4360114" y="3986869"/>
            <a:ext cx="2743200" cy="1097280"/>
          </a:xfrm>
          <a:prstGeom prst="round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9656489-B836-DB16-6623-6A32892AE6C7}"/>
              </a:ext>
            </a:extLst>
          </p:cNvPr>
          <p:cNvSpPr>
            <a:spLocks noChangeAspect="1"/>
          </p:cNvSpPr>
          <p:nvPr/>
        </p:nvSpPr>
        <p:spPr>
          <a:xfrm>
            <a:off x="2884300" y="1132690"/>
            <a:ext cx="365760" cy="3657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3BA9259-5231-9CB3-7410-E114C5C0009E}"/>
              </a:ext>
            </a:extLst>
          </p:cNvPr>
          <p:cNvSpPr/>
          <p:nvPr/>
        </p:nvSpPr>
        <p:spPr>
          <a:xfrm>
            <a:off x="8150448" y="3983703"/>
            <a:ext cx="2743200" cy="1096469"/>
          </a:xfrm>
          <a:prstGeom prst="round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C5B6133-5BF5-6B2C-0221-6BC20ACDEDD0}"/>
              </a:ext>
            </a:extLst>
          </p:cNvPr>
          <p:cNvCxnSpPr>
            <a:cxnSpLocks noChangeAspect="1"/>
          </p:cNvCxnSpPr>
          <p:nvPr/>
        </p:nvCxnSpPr>
        <p:spPr>
          <a:xfrm>
            <a:off x="2658158" y="1828800"/>
            <a:ext cx="0" cy="685800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7E9195F-717E-7302-69DB-8F8503E0D8BC}"/>
              </a:ext>
            </a:extLst>
          </p:cNvPr>
          <p:cNvSpPr txBox="1"/>
          <p:nvPr/>
        </p:nvSpPr>
        <p:spPr>
          <a:xfrm>
            <a:off x="1674555" y="3614371"/>
            <a:ext cx="196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 sample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82FBFA-FB90-2E9D-447E-9762BD17FF84}"/>
              </a:ext>
            </a:extLst>
          </p:cNvPr>
          <p:cNvSpPr txBox="1"/>
          <p:nvPr/>
        </p:nvSpPr>
        <p:spPr>
          <a:xfrm>
            <a:off x="4748111" y="3616829"/>
            <a:ext cx="196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 sample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A0548DB-01D7-4EC2-65D0-B844158AFC7B}"/>
              </a:ext>
            </a:extLst>
          </p:cNvPr>
          <p:cNvSpPr txBox="1"/>
          <p:nvPr/>
        </p:nvSpPr>
        <p:spPr>
          <a:xfrm>
            <a:off x="8538446" y="3614371"/>
            <a:ext cx="196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 sample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84B60FA-A3E8-3436-FF3A-4F66EF7E7935}"/>
              </a:ext>
            </a:extLst>
          </p:cNvPr>
          <p:cNvCxnSpPr>
            <a:cxnSpLocks noChangeAspect="1"/>
          </p:cNvCxnSpPr>
          <p:nvPr/>
        </p:nvCxnSpPr>
        <p:spPr>
          <a:xfrm>
            <a:off x="5731713" y="1828800"/>
            <a:ext cx="0" cy="685800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1CD269E-ED13-B52B-1633-EBD8393F6EB1}"/>
              </a:ext>
            </a:extLst>
          </p:cNvPr>
          <p:cNvCxnSpPr>
            <a:cxnSpLocks noChangeAspect="1"/>
          </p:cNvCxnSpPr>
          <p:nvPr/>
        </p:nvCxnSpPr>
        <p:spPr>
          <a:xfrm>
            <a:off x="9522049" y="1828800"/>
            <a:ext cx="0" cy="685800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2DE14884-F21F-4C90-0AE1-C4A49B7C1850}"/>
              </a:ext>
            </a:extLst>
          </p:cNvPr>
          <p:cNvSpPr>
            <a:spLocks noChangeAspect="1"/>
          </p:cNvSpPr>
          <p:nvPr/>
        </p:nvSpPr>
        <p:spPr>
          <a:xfrm>
            <a:off x="1900589" y="4164708"/>
            <a:ext cx="274320" cy="27432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8DC33F4-87EB-8AE2-779E-C064573748B9}"/>
              </a:ext>
            </a:extLst>
          </p:cNvPr>
          <p:cNvSpPr>
            <a:spLocks noChangeAspect="1"/>
          </p:cNvSpPr>
          <p:nvPr/>
        </p:nvSpPr>
        <p:spPr>
          <a:xfrm>
            <a:off x="2316500" y="4161686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47485E4-C72B-3F15-2176-FCEC82195791}"/>
              </a:ext>
            </a:extLst>
          </p:cNvPr>
          <p:cNvSpPr>
            <a:spLocks noChangeAspect="1"/>
          </p:cNvSpPr>
          <p:nvPr/>
        </p:nvSpPr>
        <p:spPr>
          <a:xfrm>
            <a:off x="1484678" y="4164708"/>
            <a:ext cx="274320" cy="2743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C3A33EB-2B8A-F499-7C24-C9EF44CD67AF}"/>
              </a:ext>
            </a:extLst>
          </p:cNvPr>
          <p:cNvSpPr>
            <a:spLocks noChangeAspect="1"/>
          </p:cNvSpPr>
          <p:nvPr/>
        </p:nvSpPr>
        <p:spPr>
          <a:xfrm>
            <a:off x="1900589" y="4620672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E72852F-7869-A5AB-D7BB-7F324369FF2D}"/>
              </a:ext>
            </a:extLst>
          </p:cNvPr>
          <p:cNvSpPr>
            <a:spLocks noChangeAspect="1"/>
          </p:cNvSpPr>
          <p:nvPr/>
        </p:nvSpPr>
        <p:spPr>
          <a:xfrm>
            <a:off x="2316500" y="4612177"/>
            <a:ext cx="274320" cy="27432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1B1E8D0-AE67-E16F-E8D6-10694F1B5D67}"/>
              </a:ext>
            </a:extLst>
          </p:cNvPr>
          <p:cNvSpPr>
            <a:spLocks noChangeAspect="1"/>
          </p:cNvSpPr>
          <p:nvPr/>
        </p:nvSpPr>
        <p:spPr>
          <a:xfrm>
            <a:off x="1484678" y="4612177"/>
            <a:ext cx="274320" cy="2743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D64BA73-2791-47CD-D651-84CF7C900105}"/>
              </a:ext>
            </a:extLst>
          </p:cNvPr>
          <p:cNvSpPr>
            <a:spLocks noChangeAspect="1"/>
          </p:cNvSpPr>
          <p:nvPr/>
        </p:nvSpPr>
        <p:spPr>
          <a:xfrm>
            <a:off x="3144863" y="4166896"/>
            <a:ext cx="274320" cy="27432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619F1CB-3F45-E739-4373-B853B127FDE9}"/>
              </a:ext>
            </a:extLst>
          </p:cNvPr>
          <p:cNvSpPr>
            <a:spLocks noChangeAspect="1"/>
          </p:cNvSpPr>
          <p:nvPr/>
        </p:nvSpPr>
        <p:spPr>
          <a:xfrm>
            <a:off x="3557315" y="4168335"/>
            <a:ext cx="274320" cy="2743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C96E49A-3BC9-4C3C-DD2C-8A79AD484726}"/>
              </a:ext>
            </a:extLst>
          </p:cNvPr>
          <p:cNvSpPr>
            <a:spLocks noChangeAspect="1"/>
          </p:cNvSpPr>
          <p:nvPr/>
        </p:nvSpPr>
        <p:spPr>
          <a:xfrm>
            <a:off x="2732411" y="4168335"/>
            <a:ext cx="274320" cy="27432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CBBB08F-9033-F0BF-8270-E041481670C8}"/>
              </a:ext>
            </a:extLst>
          </p:cNvPr>
          <p:cNvSpPr>
            <a:spLocks noChangeAspect="1"/>
          </p:cNvSpPr>
          <p:nvPr/>
        </p:nvSpPr>
        <p:spPr>
          <a:xfrm>
            <a:off x="3144863" y="4628679"/>
            <a:ext cx="274320" cy="27432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53C7FBD-AD96-1C7C-EC6C-64C19BDA2405}"/>
              </a:ext>
            </a:extLst>
          </p:cNvPr>
          <p:cNvSpPr>
            <a:spLocks noChangeAspect="1"/>
          </p:cNvSpPr>
          <p:nvPr/>
        </p:nvSpPr>
        <p:spPr>
          <a:xfrm>
            <a:off x="3557315" y="4620672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AC6B553-D85E-7CF2-A983-F5F10E9C7258}"/>
              </a:ext>
            </a:extLst>
          </p:cNvPr>
          <p:cNvSpPr>
            <a:spLocks noChangeAspect="1"/>
          </p:cNvSpPr>
          <p:nvPr/>
        </p:nvSpPr>
        <p:spPr>
          <a:xfrm>
            <a:off x="2732411" y="4620672"/>
            <a:ext cx="274320" cy="27432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36C4BE65-3FCF-3A20-90E2-F0E49AFD4E41}"/>
              </a:ext>
            </a:extLst>
          </p:cNvPr>
          <p:cNvSpPr>
            <a:spLocks noChangeAspect="1"/>
          </p:cNvSpPr>
          <p:nvPr/>
        </p:nvSpPr>
        <p:spPr>
          <a:xfrm>
            <a:off x="4974145" y="4164708"/>
            <a:ext cx="274320" cy="27432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1E82E1F7-7B2B-C876-775B-1B87FE36F73D}"/>
              </a:ext>
            </a:extLst>
          </p:cNvPr>
          <p:cNvSpPr>
            <a:spLocks noChangeAspect="1"/>
          </p:cNvSpPr>
          <p:nvPr/>
        </p:nvSpPr>
        <p:spPr>
          <a:xfrm>
            <a:off x="5390056" y="4161686"/>
            <a:ext cx="274320" cy="27432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02B240BC-7260-BA48-707F-1078C18E982C}"/>
              </a:ext>
            </a:extLst>
          </p:cNvPr>
          <p:cNvSpPr>
            <a:spLocks noChangeAspect="1"/>
          </p:cNvSpPr>
          <p:nvPr/>
        </p:nvSpPr>
        <p:spPr>
          <a:xfrm>
            <a:off x="4558234" y="4164708"/>
            <a:ext cx="274320" cy="27432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0156798B-09A1-263B-C2D7-550658D3991B}"/>
              </a:ext>
            </a:extLst>
          </p:cNvPr>
          <p:cNvSpPr>
            <a:spLocks noChangeAspect="1"/>
          </p:cNvSpPr>
          <p:nvPr/>
        </p:nvSpPr>
        <p:spPr>
          <a:xfrm>
            <a:off x="4974145" y="4620672"/>
            <a:ext cx="274320" cy="27432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A524AAA3-DF68-68D0-280E-09FB07AF9D49}"/>
              </a:ext>
            </a:extLst>
          </p:cNvPr>
          <p:cNvSpPr>
            <a:spLocks noChangeAspect="1"/>
          </p:cNvSpPr>
          <p:nvPr/>
        </p:nvSpPr>
        <p:spPr>
          <a:xfrm>
            <a:off x="5390056" y="4612177"/>
            <a:ext cx="274320" cy="27432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5A528A8F-5EE8-5CBD-BE18-9548D8454C96}"/>
              </a:ext>
            </a:extLst>
          </p:cNvPr>
          <p:cNvSpPr>
            <a:spLocks noChangeAspect="1"/>
          </p:cNvSpPr>
          <p:nvPr/>
        </p:nvSpPr>
        <p:spPr>
          <a:xfrm>
            <a:off x="4558234" y="4612177"/>
            <a:ext cx="274320" cy="27432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A72828E4-1306-B2B4-6CD5-38C1307251AE}"/>
              </a:ext>
            </a:extLst>
          </p:cNvPr>
          <p:cNvSpPr>
            <a:spLocks noChangeAspect="1"/>
          </p:cNvSpPr>
          <p:nvPr/>
        </p:nvSpPr>
        <p:spPr>
          <a:xfrm>
            <a:off x="6218419" y="4166896"/>
            <a:ext cx="274320" cy="27432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2ECBA39A-F37F-B00D-F563-4D6C30332506}"/>
              </a:ext>
            </a:extLst>
          </p:cNvPr>
          <p:cNvSpPr>
            <a:spLocks noChangeAspect="1"/>
          </p:cNvSpPr>
          <p:nvPr/>
        </p:nvSpPr>
        <p:spPr>
          <a:xfrm>
            <a:off x="6630871" y="4168335"/>
            <a:ext cx="274320" cy="27432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0136D5D3-276A-2DF6-8185-525C9D28FE02}"/>
              </a:ext>
            </a:extLst>
          </p:cNvPr>
          <p:cNvSpPr>
            <a:spLocks noChangeAspect="1"/>
          </p:cNvSpPr>
          <p:nvPr/>
        </p:nvSpPr>
        <p:spPr>
          <a:xfrm>
            <a:off x="5805967" y="4168335"/>
            <a:ext cx="274320" cy="27432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C3989150-A245-8B2A-9D64-554A65EA01DC}"/>
              </a:ext>
            </a:extLst>
          </p:cNvPr>
          <p:cNvSpPr>
            <a:spLocks noChangeAspect="1"/>
          </p:cNvSpPr>
          <p:nvPr/>
        </p:nvSpPr>
        <p:spPr>
          <a:xfrm>
            <a:off x="6218419" y="4628679"/>
            <a:ext cx="274320" cy="27432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4F455E08-81F4-142C-8C5D-8257AFF7E534}"/>
              </a:ext>
            </a:extLst>
          </p:cNvPr>
          <p:cNvSpPr>
            <a:spLocks noChangeAspect="1"/>
          </p:cNvSpPr>
          <p:nvPr/>
        </p:nvSpPr>
        <p:spPr>
          <a:xfrm>
            <a:off x="6630871" y="4620672"/>
            <a:ext cx="274320" cy="27432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8A692F3C-9C96-1A95-CB00-8EF8F42F9A2A}"/>
              </a:ext>
            </a:extLst>
          </p:cNvPr>
          <p:cNvSpPr>
            <a:spLocks noChangeAspect="1"/>
          </p:cNvSpPr>
          <p:nvPr/>
        </p:nvSpPr>
        <p:spPr>
          <a:xfrm>
            <a:off x="5805967" y="4620672"/>
            <a:ext cx="274320" cy="27432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0564FAEC-3768-5748-0BB2-A604339BEEF5}"/>
              </a:ext>
            </a:extLst>
          </p:cNvPr>
          <p:cNvSpPr>
            <a:spLocks noChangeAspect="1"/>
          </p:cNvSpPr>
          <p:nvPr/>
        </p:nvSpPr>
        <p:spPr>
          <a:xfrm>
            <a:off x="8764480" y="4164708"/>
            <a:ext cx="274320" cy="27432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5C8E11DA-B170-ECD4-A740-8CCB9E7A73D0}"/>
              </a:ext>
            </a:extLst>
          </p:cNvPr>
          <p:cNvSpPr>
            <a:spLocks noChangeAspect="1"/>
          </p:cNvSpPr>
          <p:nvPr/>
        </p:nvSpPr>
        <p:spPr>
          <a:xfrm>
            <a:off x="9180391" y="4161686"/>
            <a:ext cx="274320" cy="27432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596E9A9C-DD0C-880C-A10C-6048E7F9FEBF}"/>
              </a:ext>
            </a:extLst>
          </p:cNvPr>
          <p:cNvSpPr>
            <a:spLocks noChangeAspect="1"/>
          </p:cNvSpPr>
          <p:nvPr/>
        </p:nvSpPr>
        <p:spPr>
          <a:xfrm>
            <a:off x="8348569" y="4164708"/>
            <a:ext cx="274320" cy="27432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1C4C49FE-C53C-843D-98C5-3353D9AC31CD}"/>
              </a:ext>
            </a:extLst>
          </p:cNvPr>
          <p:cNvSpPr>
            <a:spLocks noChangeAspect="1"/>
          </p:cNvSpPr>
          <p:nvPr/>
        </p:nvSpPr>
        <p:spPr>
          <a:xfrm>
            <a:off x="8764480" y="4620672"/>
            <a:ext cx="274320" cy="27432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6D933E6B-C33B-91A7-9EEB-301E55B9DDE7}"/>
              </a:ext>
            </a:extLst>
          </p:cNvPr>
          <p:cNvSpPr>
            <a:spLocks noChangeAspect="1"/>
          </p:cNvSpPr>
          <p:nvPr/>
        </p:nvSpPr>
        <p:spPr>
          <a:xfrm>
            <a:off x="9180391" y="4612177"/>
            <a:ext cx="274320" cy="27432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01A82240-1903-8F14-B3E1-58CAF1BC05B7}"/>
              </a:ext>
            </a:extLst>
          </p:cNvPr>
          <p:cNvSpPr>
            <a:spLocks noChangeAspect="1"/>
          </p:cNvSpPr>
          <p:nvPr/>
        </p:nvSpPr>
        <p:spPr>
          <a:xfrm>
            <a:off x="8348569" y="4612177"/>
            <a:ext cx="274320" cy="27432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CF69A072-1EB1-5791-50F9-A3D35382D075}"/>
              </a:ext>
            </a:extLst>
          </p:cNvPr>
          <p:cNvSpPr>
            <a:spLocks noChangeAspect="1"/>
          </p:cNvSpPr>
          <p:nvPr/>
        </p:nvSpPr>
        <p:spPr>
          <a:xfrm>
            <a:off x="10008754" y="4166896"/>
            <a:ext cx="274320" cy="27432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0AB4B8A6-D181-2CF2-BEE7-CE10289E4327}"/>
              </a:ext>
            </a:extLst>
          </p:cNvPr>
          <p:cNvSpPr>
            <a:spLocks noChangeAspect="1"/>
          </p:cNvSpPr>
          <p:nvPr/>
        </p:nvSpPr>
        <p:spPr>
          <a:xfrm>
            <a:off x="10421206" y="4168335"/>
            <a:ext cx="274320" cy="27432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C27A63CB-C715-91DA-B364-06D9CA647715}"/>
              </a:ext>
            </a:extLst>
          </p:cNvPr>
          <p:cNvSpPr>
            <a:spLocks noChangeAspect="1"/>
          </p:cNvSpPr>
          <p:nvPr/>
        </p:nvSpPr>
        <p:spPr>
          <a:xfrm>
            <a:off x="9596302" y="4168335"/>
            <a:ext cx="274320" cy="27432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0EC9E0EC-EA45-2A41-7971-0D1291E6EC2F}"/>
              </a:ext>
            </a:extLst>
          </p:cNvPr>
          <p:cNvSpPr>
            <a:spLocks noChangeAspect="1"/>
          </p:cNvSpPr>
          <p:nvPr/>
        </p:nvSpPr>
        <p:spPr>
          <a:xfrm>
            <a:off x="10008754" y="4628679"/>
            <a:ext cx="274320" cy="27432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FA6E65C3-3C79-0CBE-A9B1-3E447C54E70A}"/>
              </a:ext>
            </a:extLst>
          </p:cNvPr>
          <p:cNvSpPr>
            <a:spLocks noChangeAspect="1"/>
          </p:cNvSpPr>
          <p:nvPr/>
        </p:nvSpPr>
        <p:spPr>
          <a:xfrm>
            <a:off x="10421206" y="4620672"/>
            <a:ext cx="274320" cy="27432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A6C0B0A1-3342-7F35-740D-BCA32FED270B}"/>
              </a:ext>
            </a:extLst>
          </p:cNvPr>
          <p:cNvSpPr>
            <a:spLocks noChangeAspect="1"/>
          </p:cNvSpPr>
          <p:nvPr/>
        </p:nvSpPr>
        <p:spPr>
          <a:xfrm>
            <a:off x="9596302" y="4620672"/>
            <a:ext cx="274320" cy="27432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8DB70F5-1C63-1B4F-1D14-F18E6AFD00CB}"/>
              </a:ext>
            </a:extLst>
          </p:cNvPr>
          <p:cNvSpPr txBox="1"/>
          <p:nvPr/>
        </p:nvSpPr>
        <p:spPr>
          <a:xfrm>
            <a:off x="7378438" y="4213696"/>
            <a:ext cx="492443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FF63230-1DAC-9813-2B67-409B43105FDD}"/>
              </a:ext>
            </a:extLst>
          </p:cNvPr>
          <p:cNvSpPr>
            <a:spLocks noChangeAspect="1"/>
          </p:cNvSpPr>
          <p:nvPr/>
        </p:nvSpPr>
        <p:spPr>
          <a:xfrm>
            <a:off x="3191555" y="2547764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9B13CEF-FCFD-CD3A-3BDB-BBADCF9541CC}"/>
              </a:ext>
            </a:extLst>
          </p:cNvPr>
          <p:cNvCxnSpPr>
            <a:cxnSpLocks noChangeAspect="1"/>
          </p:cNvCxnSpPr>
          <p:nvPr/>
        </p:nvCxnSpPr>
        <p:spPr>
          <a:xfrm>
            <a:off x="2658157" y="2939962"/>
            <a:ext cx="0" cy="685800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5592A02-3D30-6D36-C2FA-BA73B5BB917F}"/>
              </a:ext>
            </a:extLst>
          </p:cNvPr>
          <p:cNvSpPr txBox="1"/>
          <p:nvPr/>
        </p:nvSpPr>
        <p:spPr>
          <a:xfrm>
            <a:off x="4832554" y="2541442"/>
            <a:ext cx="1810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Cluster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B5B6352-77BD-A708-43D1-E52BE6E6A12F}"/>
              </a:ext>
            </a:extLst>
          </p:cNvPr>
          <p:cNvSpPr>
            <a:spLocks noChangeAspect="1"/>
          </p:cNvSpPr>
          <p:nvPr/>
        </p:nvSpPr>
        <p:spPr>
          <a:xfrm>
            <a:off x="6271393" y="2545014"/>
            <a:ext cx="365760" cy="36576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FBB2561-B02F-F69F-457E-0BA99AC87F5B}"/>
              </a:ext>
            </a:extLst>
          </p:cNvPr>
          <p:cNvCxnSpPr>
            <a:cxnSpLocks noChangeAspect="1"/>
          </p:cNvCxnSpPr>
          <p:nvPr/>
        </p:nvCxnSpPr>
        <p:spPr>
          <a:xfrm>
            <a:off x="5737995" y="2937212"/>
            <a:ext cx="0" cy="685800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5934343E-E920-8558-293F-591D809F810B}"/>
              </a:ext>
            </a:extLst>
          </p:cNvPr>
          <p:cNvSpPr txBox="1"/>
          <p:nvPr/>
        </p:nvSpPr>
        <p:spPr>
          <a:xfrm>
            <a:off x="8622889" y="2538004"/>
            <a:ext cx="1810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Cluster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226ED87-4035-EF97-59C4-D20686EEB765}"/>
              </a:ext>
            </a:extLst>
          </p:cNvPr>
          <p:cNvSpPr>
            <a:spLocks noChangeAspect="1"/>
          </p:cNvSpPr>
          <p:nvPr/>
        </p:nvSpPr>
        <p:spPr>
          <a:xfrm>
            <a:off x="10061728" y="2541576"/>
            <a:ext cx="365760" cy="36576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B2D72F0-C417-D60B-2F8B-0E0A1135CA0B}"/>
              </a:ext>
            </a:extLst>
          </p:cNvPr>
          <p:cNvCxnSpPr>
            <a:cxnSpLocks noChangeAspect="1"/>
          </p:cNvCxnSpPr>
          <p:nvPr/>
        </p:nvCxnSpPr>
        <p:spPr>
          <a:xfrm>
            <a:off x="9528330" y="2933774"/>
            <a:ext cx="0" cy="685800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5227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775</TotalTime>
  <Words>30</Words>
  <Application>Microsoft Macintosh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Jeisson Prieto</dc:creator>
  <cp:lastModifiedBy>Jeisson Prieto</cp:lastModifiedBy>
  <cp:revision>1</cp:revision>
  <dcterms:created xsi:type="dcterms:W3CDTF">2023-09-29T02:46:54Z</dcterms:created>
  <dcterms:modified xsi:type="dcterms:W3CDTF">2023-09-29T15:42:16Z</dcterms:modified>
</cp:coreProperties>
</file>